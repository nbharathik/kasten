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0000000-0000-4000-8000-000000000000}">
          <p14:sldIdLst>
            <p14:sldId id="256"/>
            <p14:sldId id="257"/>
          </p14:sldIdLst>
        </p14:section>
        <p14:section name="Objects" id="{00000001-0000-4000-8000-000000000000}">
          <p14:sldIdLst>
            <p14:sldId id="258"/>
            <p14:sldId id="259"/>
            <p14:sldId id="260"/>
            <p14:sldId id="261"/>
            <p14:sldId id="262"/>
          </p14:sldIdLst>
        </p14:section>
        <p14:section name="Extras" id="{00000002-0000-4000-8000-000000000000}">
          <p14:sldIdLst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Tokens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9</c:v>
                </c:pt>
                <c:pt idx="3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/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/>
      <dgm:spPr/>
      <dgm:t>
        <a:bodyPr/>
        <a:lstStyle/>
        <a:p>
          <a:endParaRPr lang="en-US"/>
        </a:p>
      </dgm:t>
    </dgm:pt>
    <dgm:pt modelId="{00000000-0000-0000-0000-000000000002}">
      <dgm:prSet/>
      <dgm:spPr/>
      <dgm:t>
        <a:bodyPr/>
        <a:lstStyle/>
        <a:p>
          <a:r>
            <a:rPr lang="en-US"/>
            <a:t>Plan</a:t>
          </a:r>
        </a:p>
      </dgm:t>
    </dgm:pt>
  </dgm:ptLst>
  <dgm:cxnLst/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011}">
      <dsp:nvSpPr>
        <dsp:cNvPr id="0" name=""/>
        <dsp:cNvSpPr/>
      </dsp:nvSpPr>
      <dsp:spPr>
        <a:xfrm>
          <a:off x="0" y="0"/>
          <a:ext cx="2400000" cy="1200000"/>
        </a:xfrm>
        <a:prstGeom prst="rect">
          <a:avLst/>
        </a:prstGeom>
        <a:solidFill>
          <a:srgbClr val="1A73E8"/>
        </a:solidFill>
      </dsp:spPr>
      <dsp:txBody>
        <a:bodyPr/>
        <a:lstStyle/>
        <a:p>
          <a:r>
            <a:rPr lang="en-US"/>
            <a:t>Plan</a:t>
          </a:r>
        </a:p>
      </dsp:txBody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/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/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room.</a:t>
            </a:r>
          </a:p>
          <a:p>
            <a:r>
              <a:t>Then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bold part slowly.</a:t>
            </a:r>
          </a:p>
          <a:p>
            <a:r>
              <a:t>Then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docs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diagramDrawing" Target="../diagrams/drawing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Import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made with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in many looks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bullet with a plain first line</a:t>
            </a:r>
          </a:p>
          <a:p>
            <a:pPr lvl="1"/>
            <a:r>
              <a:t>A second level</a:t>
            </a:r>
          </a:p>
          <a:p>
            <a:r>
              <a:rPr b="1" i="0" u="none"/>
              <a:t>Bold </a:t>
            </a:r>
            <a:r>
              <a:rPr b="0" i="1" u="none"/>
              <a:t>italic </a:t>
            </a:r>
            <a:r>
              <a:rPr b="0" i="0" u="sng"/>
              <a:t>underlined </a:t>
            </a:r>
            <a:r>
              <a:rPr>
                <a:hlinkClick r:id="rId2"/>
              </a:rPr>
              <a:t>and a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>
                <a:solidFill>
                  <a:srgbClr val="C0392B"/>
                </a:solidFill>
                <a:latin typeface="Georgia"/>
              </a:rPr>
              <a:t>Centred, 1.5 spacing, Georgia 20 in red</a:t>
            </a:r>
          </a:p>
          <a:p>
            <a:pPr algn="r">
              <a:spcBef>
                <a:spcPts val="1200"/>
              </a:spcBef>
            </a:pPr>
            <a:r>
              <a:rPr>
                <a:solidFill>
                  <a:schemeClr val="accent2"/>
                </a:solidFill>
              </a:rPr>
              <a:t>Right, in the theme's second accent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420624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t>First step</a:t>
            </a:r>
          </a:p>
          <a:p>
            <a:pPr marL="342900" indent="-342900">
              <a:buAutoNum type="arabicPeriod"/>
            </a:pPr>
            <a:r>
              <a:t>Second step</a:t>
            </a:r>
          </a:p>
          <a:p>
            <a:pPr marL="342900" indent="-342900">
              <a:buAutoNum type="arabicPeriod"/>
            </a:pPr>
            <a:r>
              <a:t>Third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chart</a:t>
            </a:r>
          </a:p>
        </p:txBody>
      </p:sp>
      <p:graphicFrame>
        <p:nvGraphicFramePr>
          <p:cNvPr id="3" name="Chart 2" descr="Tokens and calls per quarter"/>
          <p:cNvGraphicFramePr>
            <a:graphicFrameLocks noGrp="1"/>
          </p:cNvGraphicFramePr>
          <p:nvPr/>
        </p:nvGraphicFramePr>
        <p:xfrm>
          <a:off x="640080" y="1554480"/>
          <a:ext cx="78638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 with merged cells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685800">
                <a:tc gridSpan="2">
                  <a:txBody>
                    <a:bodyPr/>
                    <a:lstStyle/>
                    <a:p>
                      <a:r>
                        <a:t>Merged across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Plain</a:t>
                      </a:r>
                    </a:p>
                  </a:txBody>
                  <a:tcPr/>
                </a:tc>
              </a:tr>
              <a:tr h="685800">
                <a:tc rowSpan="2">
                  <a:txBody>
                    <a:bodyPr/>
                    <a:lstStyle/>
                    <a:p>
                      <a:r>
                        <a:t>Merged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6858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Bottom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>
                    <a:solidFill>
                      <a:srgbClr val="FBBC0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Groups and connectors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0080" y="1645920"/>
            <a:ext cx="4114800" cy="1828800"/>
            <a:chOff x="640080" y="1645920"/>
            <a:chExt cx="4114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40080" y="1645920"/>
              <a:ext cx="2194560" cy="10972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the outer group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108960" y="1645920"/>
              <a:ext cx="1645920" cy="1828800"/>
              <a:chOff x="3108960" y="1645920"/>
              <a:chExt cx="1645920" cy="18288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291840" y="1645920"/>
                <a:ext cx="1280160" cy="128016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Inner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108960" y="3017520"/>
                <a:ext cx="164592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a text box in the inner group</a:t>
                </a:r>
              </a:p>
            </p:txBody>
          </p:sp>
        </p:grpSp>
      </p:grpSp>
      <p:sp>
        <p:nvSpPr>
          <p:cNvPr id="8" name="Rectangle 7"/>
          <p:cNvSpPr/>
          <p:nvPr/>
        </p:nvSpPr>
        <p:spPr>
          <a:xfrm>
            <a:off x="640080" y="420624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20624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</a:t>
            </a:r>
          </a:p>
        </p:txBody>
      </p:sp>
      <p:cxnSp>
        <p:nvCxnSpPr>
          <p:cNvPr id="10" name="Connector 9"/>
          <p:cNvCxnSpPr>
            <a:stCxn id="8" idx="3"/>
            <a:endCxn id="9" idx="1"/>
          </p:cNvCxnSpPr>
          <p:nvPr/>
        </p:nvCxnSpPr>
        <p:spPr>
          <a:xfrm>
            <a:off x="2468880" y="4663440"/>
            <a:ext cx="3749040" cy="0"/>
          </a:xfrm>
          <a:prstGeom prst="bentConnector3">
            <a:avLst/>
          </a:prstGeom>
          <a:ln w="2540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" y="5852160"/>
            <a:ext cx="301752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</a:t>
            </a:r>
          </a:p>
        </p:txBody>
      </p:sp>
      <p:pic>
        <p:nvPicPr>
          <p:cNvPr id="3" name="Picture 2" descr="A cropped picture"/>
          <p:cNvPicPr>
            <a:picLocks noChangeAspect="1"/>
          </p:cNvPicPr>
          <p:nvPr/>
        </p:nvPicPr>
        <p:blipFill>
          <a:blip r:embed="rId2"/>
          <a:srcRect l="15000" r="15000" t="10000" b="20000"/>
          <a:stretch>
            <a:fillRect/>
          </a:stretch>
        </p:blipFill>
        <p:spPr>
          <a:xfrm>
            <a:off x="640080" y="1645920"/>
            <a:ext cx="3657600" cy="2286000"/>
          </a:xfrm>
          <a:prstGeom prst="rect">
            <a:avLst/>
          </a:prstGeom>
        </p:spPr>
      </p:pic>
      <p:pic>
        <p:nvPicPr>
          <p:cNvPr id="4" name="Picture 3" descr="A picture with rounded corn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3291840" cy="3291840"/>
          </a:xfrm>
          <a:prstGeom prst="round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 geometry, gradient, turn</a:t>
            </a:r>
          </a:p>
        </p:txBody>
      </p:sp>
      <p:sp>
        <p:nvSpPr>
          <p:cNvPr id="3" name="Pentagon by hand"/>
          <p:cNvSpPr/>
          <p:nvPr/>
        </p:nvSpPr>
        <p:spPr>
          <a:xfrm>
            <a:off x="914400" y="274320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00" h="200">
                <a:moveTo>
                  <a:pt x="0" y="100"/>
                </a:moveTo>
                <a:lnTo>
                  <a:pt x="100" y="0"/>
                </a:lnTo>
                <a:lnTo>
                  <a:pt x="200" y="100"/>
                </a:lnTo>
                <a:lnTo>
                  <a:pt x="150" y="200"/>
                </a:lnTo>
                <a:lnTo>
                  <a:pt x="50" y="200"/>
                </a:lnTo>
                <a:close/>
              </a:path>
            </a:pathLst>
          </a:custGeom>
          <a:solidFill>
            <a:srgbClr val="34A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3716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FFFFFF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Gradient fill</a:t>
            </a:r>
          </a:p>
        </p:txBody>
      </p:sp>
      <p:sp>
        <p:nvSpPr>
          <p:cNvPr id="5" name="Right Arrow 4"/>
          <p:cNvSpPr/>
          <p:nvPr/>
        </p:nvSpPr>
        <p:spPr>
          <a:xfrm rot="1200000">
            <a:off x="5029200" y="4114800"/>
            <a:ext cx="27432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Turned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hidden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diagram</a:t>
            </a:r>
          </a:p>
        </p:txBody>
      </p:sp>
      <p:graphicFrame>
        <p:nvGraphicFramePr>
          <p:cNvPr id="40" name="Diagram 3" descr="A three-step cycle"/>
          <p:cNvGraphicFramePr/>
          <p:nvPr/>
        </p:nvGraphicFramePr>
        <p:xfrm>
          <a:off x="1143000" y="1700000"/>
          <a:ext cx="6858000" cy="3200400"/>
        </p:xfrm>
        <a:graphic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test deck</dc:title>
  <dc:subject/>
  <dc:creator>make-import-fixtures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